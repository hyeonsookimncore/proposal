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4F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BBE14-2E19-2EA7-FB68-3E8BE8FF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8ABDD-44DD-0B69-5C6C-37E585EE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9F99F3-DD18-193F-C10B-1EB721C9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496577-20FC-C8EC-7139-FED9D62441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54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74462B9-8AC2-93A5-849A-CEF38E838E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90" b="91927" l="9872" r="89986">
                        <a14:foregroundMark x1="54119" y1="8333" x2="46591" y2="5990"/>
                        <a14:foregroundMark x1="49503" y1="91927" x2="53622" y2="91927"/>
                        <a14:foregroundMark x1="35511" y1="46615" x2="36435" y2="32422"/>
                        <a14:foregroundMark x1="36435" y1="32422" x2="39276" y2="25000"/>
                      </a14:backgroundRemoval>
                    </a14:imgEffect>
                    <a14:imgEffect>
                      <a14:artisticCutout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25" r="42960" b="49219"/>
          <a:stretch>
            <a:fillRect/>
          </a:stretch>
        </p:blipFill>
        <p:spPr>
          <a:xfrm>
            <a:off x="9296400" y="4383729"/>
            <a:ext cx="2895600" cy="24742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4E50DE6-9668-AEDE-7FF1-9C3B3D02D1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860" y="811530"/>
            <a:ext cx="3489960" cy="5234940"/>
          </a:xfrm>
          <a:prstGeom prst="round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D4DE785-D6A4-2238-4185-2BCC694313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90" b="91927" l="9872" r="89986">
                        <a14:foregroundMark x1="54119" y1="8333" x2="46591" y2="5990"/>
                        <a14:foregroundMark x1="49503" y1="91927" x2="53622" y2="91927"/>
                        <a14:foregroundMark x1="35511" y1="46615" x2="36435" y2="32422"/>
                        <a14:foregroundMark x1="36435" y1="32422" x2="39276" y2="25000"/>
                      </a14:backgroundRemoval>
                    </a14:imgEffect>
                    <a14:imgEffect>
                      <a14:artisticCutout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25" r="50570" b="62014"/>
          <a:stretch>
            <a:fillRect/>
          </a:stretch>
        </p:blipFill>
        <p:spPr>
          <a:xfrm rot="10460277">
            <a:off x="-439165" y="-191055"/>
            <a:ext cx="4101591" cy="34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2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7CEE4EA-0C7C-1CF4-0099-381A7C93B4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A9E46-F31F-F69D-1D27-FE609D09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AEE0D1-B528-0EA6-D7D0-3A736FF1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C38C9-7271-E473-6614-B193F6A9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68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7C9C7B9-15EF-32AD-737F-89B75D7A35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F260B-8BB0-6C96-3740-8C6A5438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010FE-886F-6B7C-ECC1-3F5CEAF4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07E225-A319-FD13-295E-DF5AE17E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05F37D8-A9A8-F13B-E811-208AF41DF1FB}"/>
              </a:ext>
            </a:extLst>
          </p:cNvPr>
          <p:cNvCxnSpPr>
            <a:cxnSpLocks/>
          </p:cNvCxnSpPr>
          <p:nvPr userDrawn="1"/>
        </p:nvCxnSpPr>
        <p:spPr>
          <a:xfrm>
            <a:off x="411480" y="53340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03B33C4-39EE-E19D-350D-5E4524C3A341}"/>
              </a:ext>
            </a:extLst>
          </p:cNvPr>
          <p:cNvCxnSpPr>
            <a:cxnSpLocks/>
          </p:cNvCxnSpPr>
          <p:nvPr userDrawn="1"/>
        </p:nvCxnSpPr>
        <p:spPr>
          <a:xfrm>
            <a:off x="411480" y="635635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67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E8DECB-CFCF-7079-FBC1-C3CD508F9B4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54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4DB539-E570-D9FC-9D3B-FEC3E8E4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C87D92-6350-119D-7A86-D5AAEF26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26CDC-DA85-06AD-CA4D-B9DC9BF5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92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6F7DE5-8325-3DDC-E3CD-C5677811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D272C6-E51D-F569-2E58-B6214B58E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7FCAB-C7FD-A179-4B83-485DF2AC9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0C0E1-7943-0DF9-5A26-6B53D9808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CF585-421A-096D-6912-5FB6671DA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3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52BCEC-BFAE-9A13-A8C8-28FAF8A92105}"/>
              </a:ext>
            </a:extLst>
          </p:cNvPr>
          <p:cNvSpPr txBox="1"/>
          <p:nvPr/>
        </p:nvSpPr>
        <p:spPr>
          <a:xfrm>
            <a:off x="3848100" y="2354580"/>
            <a:ext cx="3489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000" dirty="0"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광고 운영 제안서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FCA7C3-EBCD-1C94-0829-6D541F54A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" y="2332128"/>
            <a:ext cx="2636520" cy="730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5D0079-2855-6030-7434-5B876B0A7B39}"/>
              </a:ext>
            </a:extLst>
          </p:cNvPr>
          <p:cNvSpPr txBox="1"/>
          <p:nvPr/>
        </p:nvSpPr>
        <p:spPr>
          <a:xfrm>
            <a:off x="1059180" y="3210760"/>
            <a:ext cx="5627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NAVER SA, GFA, META</a:t>
            </a:r>
            <a:endParaRPr lang="ko-KR" altLang="en-US" sz="32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0C5C4-7F89-60B4-F951-571004C8523B}"/>
              </a:ext>
            </a:extLst>
          </p:cNvPr>
          <p:cNvSpPr txBox="1"/>
          <p:nvPr/>
        </p:nvSpPr>
        <p:spPr>
          <a:xfrm>
            <a:off x="1059180" y="5039560"/>
            <a:ext cx="5627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NICECORE / </a:t>
            </a:r>
            <a:r>
              <a:rPr lang="ko-KR" altLang="en-US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전략기획본부 </a:t>
            </a:r>
          </a:p>
        </p:txBody>
      </p:sp>
    </p:spTree>
    <p:extLst>
      <p:ext uri="{BB962C8B-B14F-4D97-AF65-F5344CB8AC3E}">
        <p14:creationId xmlns:p14="http://schemas.microsoft.com/office/powerpoint/2010/main" val="3859151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885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75300F-D425-7C98-8A04-CC467DAEA596}"/>
              </a:ext>
            </a:extLst>
          </p:cNvPr>
          <p:cNvSpPr txBox="1"/>
          <p:nvPr/>
        </p:nvSpPr>
        <p:spPr>
          <a:xfrm>
            <a:off x="361896" y="134185"/>
            <a:ext cx="28136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endParaRPr lang="ko-KR" altLang="en-US" sz="20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68FD2-BFB5-1DC8-90DE-ACB7B0FEA889}"/>
              </a:ext>
            </a:extLst>
          </p:cNvPr>
          <p:cNvSpPr txBox="1"/>
          <p:nvPr/>
        </p:nvSpPr>
        <p:spPr>
          <a:xfrm>
            <a:off x="361896" y="1420060"/>
            <a:ext cx="2813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본문텍스트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0117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smtClean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</Words>
  <Application>Microsoft Office PowerPoint</Application>
  <PresentationFormat>와이드스크린</PresentationFormat>
  <Paragraphs>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Pretendard</vt:lpstr>
      <vt:lpstr>Pretendard Black</vt:lpstr>
      <vt:lpstr>Pretendard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현수 김</dc:creator>
  <cp:lastModifiedBy>현수 김</cp:lastModifiedBy>
  <cp:revision>2</cp:revision>
  <dcterms:created xsi:type="dcterms:W3CDTF">2026-10-22T07:01:20Z</dcterms:created>
  <dcterms:modified xsi:type="dcterms:W3CDTF">2026-10-23T06:39:29Z</dcterms:modified>
</cp:coreProperties>
</file>